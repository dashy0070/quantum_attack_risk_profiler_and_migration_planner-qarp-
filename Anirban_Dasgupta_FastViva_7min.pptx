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794364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rPr dirty="0"/>
              <a:t>AI Driven Quantum Attack Simulator</a:t>
            </a:r>
            <a:endParaRPr lang="en-IN" dirty="0"/>
          </a:p>
          <a:p>
            <a:pPr>
              <a:defRPr sz="4000" b="1">
                <a:solidFill>
                  <a:schemeClr val="tx1"/>
                </a:solidFill>
              </a:defRPr>
            </a:pPr>
            <a:r>
              <a:rPr dirty="0"/>
              <a:t> for Banking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2074605"/>
            <a:ext cx="79436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Anirban Dasgupta | M.Tech CS13 | SRN: R24TF011</a:t>
            </a:r>
          </a:p>
          <a:p>
            <a:pPr>
              <a:defRPr sz="2200"/>
            </a:pPr>
            <a:r>
              <a:t>REVA Academy for Corporate Excellence (RACE)</a:t>
            </a:r>
          </a:p>
          <a:p>
            <a:pPr>
              <a:defRPr sz="2200"/>
            </a:pPr>
            <a:r>
              <a:t>Viva Deck – 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Banks rely on RSA/ECC in TLS; quantum will break them (Shor)</a:t>
            </a:r>
          </a:p>
          <a:p>
            <a:pPr>
              <a:defRPr sz="2200"/>
            </a:pPr>
            <a:r>
              <a:t>Grover weakens symmetric search; AES‑256 still acceptable</a:t>
            </a:r>
          </a:p>
          <a:p>
            <a:pPr>
              <a:defRPr sz="2200"/>
            </a:pPr>
            <a:r>
              <a:t>Harvest‑Now‑Decrypt‑Later means risk starts today</a:t>
            </a:r>
          </a:p>
          <a:p>
            <a:pPr>
              <a:defRPr sz="2200"/>
            </a:pPr>
            <a:r>
              <a:t>No practical tool to measure quantum risk on real TLS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Simulate Shor‑like and Grover‑like attacks in software</a:t>
            </a:r>
          </a:p>
          <a:p>
            <a:pPr>
              <a:defRPr sz="2200"/>
            </a:pPr>
            <a:r>
              <a:t>Compare Classical TLS vs Hybrid PQTLS</a:t>
            </a:r>
          </a:p>
          <a:p>
            <a:pPr>
              <a:defRPr sz="2200"/>
            </a:pPr>
            <a:r>
              <a:t>Rank endpoints by projected time‑to‑break; build heatmaps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Capture and replay TLS 1.3 traffic in lab</a:t>
            </a:r>
          </a:p>
          <a:p>
            <a:pPr>
              <a:defRPr sz="2200"/>
            </a:pPr>
            <a:r>
              <a:t>Quantum circuit emulation for RSA/ECC/AES</a:t>
            </a:r>
          </a:p>
          <a:p>
            <a:pPr>
              <a:defRPr sz="2200"/>
            </a:pPr>
            <a:r>
              <a:t>AI optimizes qubits, depth, error rates</a:t>
            </a:r>
          </a:p>
          <a:p>
            <a:pPr>
              <a:defRPr sz="2200"/>
            </a:pPr>
            <a:r>
              <a:t>Outputs: risk ranking + heatmap +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Qiskit / Azure Quantum simulators (Python)</a:t>
            </a:r>
          </a:p>
          <a:p>
            <a:pPr>
              <a:defRPr sz="2200"/>
            </a:pPr>
            <a:r>
              <a:t>TLS 1.3 with OpenSSL‑OQS / BoringSSL PQ</a:t>
            </a:r>
          </a:p>
          <a:p>
            <a:pPr>
              <a:defRPr sz="2200"/>
            </a:pPr>
            <a:r>
              <a:t>ML‑KEM (Kyber), ML‑DSA (Dilithium), AES‑256</a:t>
            </a:r>
          </a:p>
          <a:p>
            <a:pPr>
              <a:defRPr sz="2200"/>
            </a:pPr>
            <a:r>
              <a:t>Wireshark/tcpdump, Docker/Kubernetes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Timeline – 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W1–2: Simulator base + testbed refresh</a:t>
            </a:r>
          </a:p>
          <a:p>
            <a:pPr>
              <a:defRPr sz="2200"/>
            </a:pPr>
            <a:r>
              <a:t>W3–4: TLS capture &amp; Hybrid PQTLS integration</a:t>
            </a:r>
          </a:p>
          <a:p>
            <a:pPr>
              <a:defRPr sz="2200"/>
            </a:pPr>
            <a:r>
              <a:t>W5–6: AI parameter optimization; batch runs</a:t>
            </a:r>
          </a:p>
          <a:p>
            <a:pPr>
              <a:defRPr sz="2200"/>
            </a:pPr>
            <a:r>
              <a:t>W7–8: Analysis, dashboards, report &amp; viva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chemeClr val="tx1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Software‑only, data‑driven quantum risk evaluation</a:t>
            </a:r>
          </a:p>
          <a:p>
            <a:pPr>
              <a:defRPr sz="2200"/>
            </a:pPr>
            <a:r>
              <a:t>Hybrid PQTLS validated with clear security margins</a:t>
            </a:r>
          </a:p>
          <a:p>
            <a:pPr>
              <a:defRPr sz="2200"/>
            </a:pPr>
            <a:r>
              <a:t>Actionable migration roadmap for banking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Anirban Dasgupta</cp:lastModifiedBy>
  <cp:revision>4</cp:revision>
  <dcterms:created xsi:type="dcterms:W3CDTF">2013-01-27T09:14:16Z</dcterms:created>
  <dcterms:modified xsi:type="dcterms:W3CDTF">2026-03-16T09:06:14Z</dcterms:modified>
  <cp:category/>
</cp:coreProperties>
</file>